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7704138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/>
    <p:restoredTop sz="89854"/>
  </p:normalViewPr>
  <p:slideViewPr>
    <p:cSldViewPr snapToGrid="0">
      <p:cViewPr>
        <p:scale>
          <a:sx n="62" d="100"/>
          <a:sy n="62" d="100"/>
        </p:scale>
        <p:origin x="379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5:31:03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EF79E-C61B-404F-A3B8-604CC383907F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17750" y="1143000"/>
            <a:ext cx="2222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B59EF-A12B-244D-BC5D-D7E00D579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17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B59EF-A12B-244D-BC5D-D7E00D579B1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56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7811" y="1749795"/>
            <a:ext cx="6548517" cy="3722335"/>
          </a:xfrm>
        </p:spPr>
        <p:txBody>
          <a:bodyPr anchor="b"/>
          <a:lstStyle>
            <a:lvl1pPr algn="ctr">
              <a:defRPr sz="505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017" y="5615678"/>
            <a:ext cx="5778104" cy="2581379"/>
          </a:xfrm>
        </p:spPr>
        <p:txBody>
          <a:bodyPr/>
          <a:lstStyle>
            <a:lvl1pPr marL="0" indent="0" algn="ctr">
              <a:buNone/>
              <a:defRPr sz="2022"/>
            </a:lvl1pPr>
            <a:lvl2pPr marL="385191" indent="0" algn="ctr">
              <a:buNone/>
              <a:defRPr sz="1685"/>
            </a:lvl2pPr>
            <a:lvl3pPr marL="770382" indent="0" algn="ctr">
              <a:buNone/>
              <a:defRPr sz="1517"/>
            </a:lvl3pPr>
            <a:lvl4pPr marL="1155573" indent="0" algn="ctr">
              <a:buNone/>
              <a:defRPr sz="1348"/>
            </a:lvl4pPr>
            <a:lvl5pPr marL="1540764" indent="0" algn="ctr">
              <a:buNone/>
              <a:defRPr sz="1348"/>
            </a:lvl5pPr>
            <a:lvl6pPr marL="1925955" indent="0" algn="ctr">
              <a:buNone/>
              <a:defRPr sz="1348"/>
            </a:lvl6pPr>
            <a:lvl7pPr marL="2311146" indent="0" algn="ctr">
              <a:buNone/>
              <a:defRPr sz="1348"/>
            </a:lvl7pPr>
            <a:lvl8pPr marL="2696337" indent="0" algn="ctr">
              <a:buNone/>
              <a:defRPr sz="1348"/>
            </a:lvl8pPr>
            <a:lvl9pPr marL="3081528" indent="0" algn="ctr">
              <a:buNone/>
              <a:defRPr sz="134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779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56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647" y="2665532"/>
            <a:ext cx="6644819" cy="4447496"/>
          </a:xfrm>
        </p:spPr>
        <p:txBody>
          <a:bodyPr anchor="b"/>
          <a:lstStyle>
            <a:lvl1pPr>
              <a:defRPr sz="505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5647" y="7155103"/>
            <a:ext cx="6644819" cy="2338833"/>
          </a:xfrm>
        </p:spPr>
        <p:txBody>
          <a:bodyPr/>
          <a:lstStyle>
            <a:lvl1pPr marL="0" indent="0">
              <a:buNone/>
              <a:defRPr sz="2022">
                <a:solidFill>
                  <a:schemeClr val="tx1">
                    <a:tint val="82000"/>
                  </a:schemeClr>
                </a:solidFill>
              </a:defRPr>
            </a:lvl1pPr>
            <a:lvl2pPr marL="385191" indent="0">
              <a:buNone/>
              <a:defRPr sz="1685">
                <a:solidFill>
                  <a:schemeClr val="tx1">
                    <a:tint val="82000"/>
                  </a:schemeClr>
                </a:solidFill>
              </a:defRPr>
            </a:lvl2pPr>
            <a:lvl3pPr marL="770382" indent="0">
              <a:buNone/>
              <a:defRPr sz="1517">
                <a:solidFill>
                  <a:schemeClr val="tx1">
                    <a:tint val="82000"/>
                  </a:schemeClr>
                </a:solidFill>
              </a:defRPr>
            </a:lvl3pPr>
            <a:lvl4pPr marL="1155573" indent="0">
              <a:buNone/>
              <a:defRPr sz="1348">
                <a:solidFill>
                  <a:schemeClr val="tx1">
                    <a:tint val="82000"/>
                  </a:schemeClr>
                </a:solidFill>
              </a:defRPr>
            </a:lvl4pPr>
            <a:lvl5pPr marL="1540764" indent="0">
              <a:buNone/>
              <a:defRPr sz="1348">
                <a:solidFill>
                  <a:schemeClr val="tx1">
                    <a:tint val="82000"/>
                  </a:schemeClr>
                </a:solidFill>
              </a:defRPr>
            </a:lvl5pPr>
            <a:lvl6pPr marL="1925955" indent="0">
              <a:buNone/>
              <a:defRPr sz="1348">
                <a:solidFill>
                  <a:schemeClr val="tx1">
                    <a:tint val="82000"/>
                  </a:schemeClr>
                </a:solidFill>
              </a:defRPr>
            </a:lvl6pPr>
            <a:lvl7pPr marL="2311146" indent="0">
              <a:buNone/>
              <a:defRPr sz="1348">
                <a:solidFill>
                  <a:schemeClr val="tx1">
                    <a:tint val="82000"/>
                  </a:schemeClr>
                </a:solidFill>
              </a:defRPr>
            </a:lvl7pPr>
            <a:lvl8pPr marL="2696337" indent="0">
              <a:buNone/>
              <a:defRPr sz="1348">
                <a:solidFill>
                  <a:schemeClr val="tx1">
                    <a:tint val="82000"/>
                  </a:schemeClr>
                </a:solidFill>
              </a:defRPr>
            </a:lvl8pPr>
            <a:lvl9pPr marL="3081528" indent="0">
              <a:buNone/>
              <a:defRPr sz="134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026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9659" y="2846200"/>
            <a:ext cx="3274259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0220" y="2846200"/>
            <a:ext cx="3274259" cy="67838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16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663" y="569242"/>
            <a:ext cx="6644819" cy="20665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664" y="2620980"/>
            <a:ext cx="3259211" cy="1284502"/>
          </a:xfrm>
        </p:spPr>
        <p:txBody>
          <a:bodyPr anchor="b"/>
          <a:lstStyle>
            <a:lvl1pPr marL="0" indent="0">
              <a:buNone/>
              <a:defRPr sz="2022" b="1"/>
            </a:lvl1pPr>
            <a:lvl2pPr marL="385191" indent="0">
              <a:buNone/>
              <a:defRPr sz="1685" b="1"/>
            </a:lvl2pPr>
            <a:lvl3pPr marL="770382" indent="0">
              <a:buNone/>
              <a:defRPr sz="1517" b="1"/>
            </a:lvl3pPr>
            <a:lvl4pPr marL="1155573" indent="0">
              <a:buNone/>
              <a:defRPr sz="1348" b="1"/>
            </a:lvl4pPr>
            <a:lvl5pPr marL="1540764" indent="0">
              <a:buNone/>
              <a:defRPr sz="1348" b="1"/>
            </a:lvl5pPr>
            <a:lvl6pPr marL="1925955" indent="0">
              <a:buNone/>
              <a:defRPr sz="1348" b="1"/>
            </a:lvl6pPr>
            <a:lvl7pPr marL="2311146" indent="0">
              <a:buNone/>
              <a:defRPr sz="1348" b="1"/>
            </a:lvl7pPr>
            <a:lvl8pPr marL="2696337" indent="0">
              <a:buNone/>
              <a:defRPr sz="1348" b="1"/>
            </a:lvl8pPr>
            <a:lvl9pPr marL="3081528" indent="0">
              <a:buNone/>
              <a:defRPr sz="134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0664" y="3905482"/>
            <a:ext cx="3259211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00220" y="2620980"/>
            <a:ext cx="3275262" cy="1284502"/>
          </a:xfrm>
        </p:spPr>
        <p:txBody>
          <a:bodyPr anchor="b"/>
          <a:lstStyle>
            <a:lvl1pPr marL="0" indent="0">
              <a:buNone/>
              <a:defRPr sz="2022" b="1"/>
            </a:lvl1pPr>
            <a:lvl2pPr marL="385191" indent="0">
              <a:buNone/>
              <a:defRPr sz="1685" b="1"/>
            </a:lvl2pPr>
            <a:lvl3pPr marL="770382" indent="0">
              <a:buNone/>
              <a:defRPr sz="1517" b="1"/>
            </a:lvl3pPr>
            <a:lvl4pPr marL="1155573" indent="0">
              <a:buNone/>
              <a:defRPr sz="1348" b="1"/>
            </a:lvl4pPr>
            <a:lvl5pPr marL="1540764" indent="0">
              <a:buNone/>
              <a:defRPr sz="1348" b="1"/>
            </a:lvl5pPr>
            <a:lvl6pPr marL="1925955" indent="0">
              <a:buNone/>
              <a:defRPr sz="1348" b="1"/>
            </a:lvl6pPr>
            <a:lvl7pPr marL="2311146" indent="0">
              <a:buNone/>
              <a:defRPr sz="1348" b="1"/>
            </a:lvl7pPr>
            <a:lvl8pPr marL="2696337" indent="0">
              <a:buNone/>
              <a:defRPr sz="1348" b="1"/>
            </a:lvl8pPr>
            <a:lvl9pPr marL="3081528" indent="0">
              <a:buNone/>
              <a:defRPr sz="134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00220" y="3905482"/>
            <a:ext cx="3275262" cy="5744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01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45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88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663" y="712788"/>
            <a:ext cx="2484785" cy="2494756"/>
          </a:xfrm>
        </p:spPr>
        <p:txBody>
          <a:bodyPr anchor="b"/>
          <a:lstStyle>
            <a:lvl1pPr>
              <a:defRPr sz="269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5262" y="1539425"/>
            <a:ext cx="3900220" cy="7598117"/>
          </a:xfrm>
        </p:spPr>
        <p:txBody>
          <a:bodyPr/>
          <a:lstStyle>
            <a:lvl1pPr>
              <a:defRPr sz="2696"/>
            </a:lvl1pPr>
            <a:lvl2pPr>
              <a:defRPr sz="2359"/>
            </a:lvl2pPr>
            <a:lvl3pPr>
              <a:defRPr sz="2022"/>
            </a:lvl3pPr>
            <a:lvl4pPr>
              <a:defRPr sz="1685"/>
            </a:lvl4pPr>
            <a:lvl5pPr>
              <a:defRPr sz="1685"/>
            </a:lvl5pPr>
            <a:lvl6pPr>
              <a:defRPr sz="1685"/>
            </a:lvl6pPr>
            <a:lvl7pPr>
              <a:defRPr sz="1685"/>
            </a:lvl7pPr>
            <a:lvl8pPr>
              <a:defRPr sz="1685"/>
            </a:lvl8pPr>
            <a:lvl9pPr>
              <a:defRPr sz="168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663" y="3207544"/>
            <a:ext cx="2484785" cy="5942372"/>
          </a:xfrm>
        </p:spPr>
        <p:txBody>
          <a:bodyPr/>
          <a:lstStyle>
            <a:lvl1pPr marL="0" indent="0">
              <a:buNone/>
              <a:defRPr sz="1348"/>
            </a:lvl1pPr>
            <a:lvl2pPr marL="385191" indent="0">
              <a:buNone/>
              <a:defRPr sz="1180"/>
            </a:lvl2pPr>
            <a:lvl3pPr marL="770382" indent="0">
              <a:buNone/>
              <a:defRPr sz="1011"/>
            </a:lvl3pPr>
            <a:lvl4pPr marL="1155573" indent="0">
              <a:buNone/>
              <a:defRPr sz="843"/>
            </a:lvl4pPr>
            <a:lvl5pPr marL="1540764" indent="0">
              <a:buNone/>
              <a:defRPr sz="843"/>
            </a:lvl5pPr>
            <a:lvl6pPr marL="1925955" indent="0">
              <a:buNone/>
              <a:defRPr sz="843"/>
            </a:lvl6pPr>
            <a:lvl7pPr marL="2311146" indent="0">
              <a:buNone/>
              <a:defRPr sz="843"/>
            </a:lvl7pPr>
            <a:lvl8pPr marL="2696337" indent="0">
              <a:buNone/>
              <a:defRPr sz="843"/>
            </a:lvl8pPr>
            <a:lvl9pPr marL="3081528" indent="0">
              <a:buNone/>
              <a:defRPr sz="84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11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663" y="712788"/>
            <a:ext cx="2484785" cy="2494756"/>
          </a:xfrm>
        </p:spPr>
        <p:txBody>
          <a:bodyPr anchor="b"/>
          <a:lstStyle>
            <a:lvl1pPr>
              <a:defRPr sz="269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75262" y="1539425"/>
            <a:ext cx="3900220" cy="7598117"/>
          </a:xfrm>
        </p:spPr>
        <p:txBody>
          <a:bodyPr anchor="t"/>
          <a:lstStyle>
            <a:lvl1pPr marL="0" indent="0">
              <a:buNone/>
              <a:defRPr sz="2696"/>
            </a:lvl1pPr>
            <a:lvl2pPr marL="385191" indent="0">
              <a:buNone/>
              <a:defRPr sz="2359"/>
            </a:lvl2pPr>
            <a:lvl3pPr marL="770382" indent="0">
              <a:buNone/>
              <a:defRPr sz="2022"/>
            </a:lvl3pPr>
            <a:lvl4pPr marL="1155573" indent="0">
              <a:buNone/>
              <a:defRPr sz="1685"/>
            </a:lvl4pPr>
            <a:lvl5pPr marL="1540764" indent="0">
              <a:buNone/>
              <a:defRPr sz="1685"/>
            </a:lvl5pPr>
            <a:lvl6pPr marL="1925955" indent="0">
              <a:buNone/>
              <a:defRPr sz="1685"/>
            </a:lvl6pPr>
            <a:lvl7pPr marL="2311146" indent="0">
              <a:buNone/>
              <a:defRPr sz="1685"/>
            </a:lvl7pPr>
            <a:lvl8pPr marL="2696337" indent="0">
              <a:buNone/>
              <a:defRPr sz="1685"/>
            </a:lvl8pPr>
            <a:lvl9pPr marL="3081528" indent="0">
              <a:buNone/>
              <a:defRPr sz="168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663" y="3207544"/>
            <a:ext cx="2484785" cy="5942372"/>
          </a:xfrm>
        </p:spPr>
        <p:txBody>
          <a:bodyPr/>
          <a:lstStyle>
            <a:lvl1pPr marL="0" indent="0">
              <a:buNone/>
              <a:defRPr sz="1348"/>
            </a:lvl1pPr>
            <a:lvl2pPr marL="385191" indent="0">
              <a:buNone/>
              <a:defRPr sz="1180"/>
            </a:lvl2pPr>
            <a:lvl3pPr marL="770382" indent="0">
              <a:buNone/>
              <a:defRPr sz="1011"/>
            </a:lvl3pPr>
            <a:lvl4pPr marL="1155573" indent="0">
              <a:buNone/>
              <a:defRPr sz="843"/>
            </a:lvl4pPr>
            <a:lvl5pPr marL="1540764" indent="0">
              <a:buNone/>
              <a:defRPr sz="843"/>
            </a:lvl5pPr>
            <a:lvl6pPr marL="1925955" indent="0">
              <a:buNone/>
              <a:defRPr sz="843"/>
            </a:lvl6pPr>
            <a:lvl7pPr marL="2311146" indent="0">
              <a:buNone/>
              <a:defRPr sz="843"/>
            </a:lvl7pPr>
            <a:lvl8pPr marL="2696337" indent="0">
              <a:buNone/>
              <a:defRPr sz="843"/>
            </a:lvl8pPr>
            <a:lvl9pPr marL="3081528" indent="0">
              <a:buNone/>
              <a:defRPr sz="84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5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58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13274" y="569240"/>
            <a:ext cx="1661205" cy="90608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9660" y="569240"/>
            <a:ext cx="4887313" cy="9060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A5A11-6E93-104C-9945-833B37EB7E5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9660" y="569242"/>
            <a:ext cx="664481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9660" y="2846200"/>
            <a:ext cx="664481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9660" y="9909729"/>
            <a:ext cx="173343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A5A11-6E93-104C-9945-833B37EB7E5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51996" y="9909729"/>
            <a:ext cx="260014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41047" y="9909729"/>
            <a:ext cx="173343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6E7E2C-F428-DC41-B290-32C3398AD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30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70382" rtl="0" eaLnBrk="1" latinLnBrk="0" hangingPunct="1">
        <a:lnSpc>
          <a:spcPct val="90000"/>
        </a:lnSpc>
        <a:spcBef>
          <a:spcPct val="0"/>
        </a:spcBef>
        <a:buNone/>
        <a:defRPr sz="37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596" indent="-192596" algn="l" defTabSz="770382" rtl="0" eaLnBrk="1" latinLnBrk="0" hangingPunct="1">
        <a:lnSpc>
          <a:spcPct val="90000"/>
        </a:lnSpc>
        <a:spcBef>
          <a:spcPts val="843"/>
        </a:spcBef>
        <a:buFont typeface="Arial" panose="020B0604020202020204" pitchFamily="34" charset="0"/>
        <a:buChar char="•"/>
        <a:defRPr sz="2359" kern="1200">
          <a:solidFill>
            <a:schemeClr val="tx1"/>
          </a:solidFill>
          <a:latin typeface="+mn-lt"/>
          <a:ea typeface="+mn-ea"/>
          <a:cs typeface="+mn-cs"/>
        </a:defRPr>
      </a:lvl1pPr>
      <a:lvl2pPr marL="577787" indent="-192596" algn="l" defTabSz="770382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2022" kern="1200">
          <a:solidFill>
            <a:schemeClr val="tx1"/>
          </a:solidFill>
          <a:latin typeface="+mn-lt"/>
          <a:ea typeface="+mn-ea"/>
          <a:cs typeface="+mn-cs"/>
        </a:defRPr>
      </a:lvl2pPr>
      <a:lvl3pPr marL="962978" indent="-192596" algn="l" defTabSz="770382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685" kern="1200">
          <a:solidFill>
            <a:schemeClr val="tx1"/>
          </a:solidFill>
          <a:latin typeface="+mn-lt"/>
          <a:ea typeface="+mn-ea"/>
          <a:cs typeface="+mn-cs"/>
        </a:defRPr>
      </a:lvl3pPr>
      <a:lvl4pPr marL="1348169" indent="-192596" algn="l" defTabSz="770382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4pPr>
      <a:lvl5pPr marL="1733360" indent="-192596" algn="l" defTabSz="770382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5pPr>
      <a:lvl6pPr marL="2118551" indent="-192596" algn="l" defTabSz="770382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6pPr>
      <a:lvl7pPr marL="2503742" indent="-192596" algn="l" defTabSz="770382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7pPr>
      <a:lvl8pPr marL="2888933" indent="-192596" algn="l" defTabSz="770382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8pPr>
      <a:lvl9pPr marL="3274124" indent="-192596" algn="l" defTabSz="770382" rtl="0" eaLnBrk="1" latinLnBrk="0" hangingPunct="1">
        <a:lnSpc>
          <a:spcPct val="90000"/>
        </a:lnSpc>
        <a:spcBef>
          <a:spcPts val="421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0382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1pPr>
      <a:lvl2pPr marL="385191" algn="l" defTabSz="770382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770382" algn="l" defTabSz="770382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3pPr>
      <a:lvl4pPr marL="1155573" algn="l" defTabSz="770382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4pPr>
      <a:lvl5pPr marL="1540764" algn="l" defTabSz="770382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5pPr>
      <a:lvl6pPr marL="1925955" algn="l" defTabSz="770382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6pPr>
      <a:lvl7pPr marL="2311146" algn="l" defTabSz="770382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7pPr>
      <a:lvl8pPr marL="2696337" algn="l" defTabSz="770382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8pPr>
      <a:lvl9pPr marL="3081528" algn="l" defTabSz="770382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emf"/><Relationship Id="rId7" Type="http://schemas.openxmlformats.org/officeDocument/2006/relationships/customXml" Target="../ink/ink1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8.emf"/><Relationship Id="rId5" Type="http://schemas.openxmlformats.org/officeDocument/2006/relationships/image" Target="../media/image4.emf"/><Relationship Id="rId10" Type="http://schemas.openxmlformats.org/officeDocument/2006/relationships/image" Target="../media/image7.emf"/><Relationship Id="rId4" Type="http://schemas.openxmlformats.org/officeDocument/2006/relationships/image" Target="../media/image3.emf"/><Relationship Id="rId9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C442A-E435-21DE-F53A-92C08FA5F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Picture 205">
            <a:extLst>
              <a:ext uri="{FF2B5EF4-FFF2-40B4-BE49-F238E27FC236}">
                <a16:creationId xmlns:a16="http://schemas.microsoft.com/office/drawing/2014/main" id="{970C2F39-D03A-7DF6-6C61-03289CA50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328" y="4005041"/>
            <a:ext cx="1828800" cy="1371600"/>
          </a:xfrm>
          <a:prstGeom prst="rect">
            <a:avLst/>
          </a:pr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8B999023-DC7E-94D1-2065-F39A52ADF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328" y="5099934"/>
            <a:ext cx="1828800" cy="1371600"/>
          </a:xfrm>
          <a:prstGeom prst="rect">
            <a:avLst/>
          </a:prstGeom>
        </p:spPr>
      </p:pic>
      <p:pic>
        <p:nvPicPr>
          <p:cNvPr id="182" name="Picture 181">
            <a:extLst>
              <a:ext uri="{FF2B5EF4-FFF2-40B4-BE49-F238E27FC236}">
                <a16:creationId xmlns:a16="http://schemas.microsoft.com/office/drawing/2014/main" id="{4BF8652C-9EEF-2C8B-D383-B404FC0F6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348" y="4570448"/>
            <a:ext cx="2286000" cy="2286000"/>
          </a:xfrm>
          <a:prstGeom prst="rect">
            <a:avLst/>
          </a:prstGeom>
        </p:spPr>
      </p:pic>
      <p:pic>
        <p:nvPicPr>
          <p:cNvPr id="173" name="Picture 172">
            <a:extLst>
              <a:ext uri="{FF2B5EF4-FFF2-40B4-BE49-F238E27FC236}">
                <a16:creationId xmlns:a16="http://schemas.microsoft.com/office/drawing/2014/main" id="{EDA58FCC-FE64-6C58-581A-0467A84C3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2155" y="2036376"/>
            <a:ext cx="4572000" cy="1828800"/>
          </a:xfrm>
          <a:prstGeom prst="rect">
            <a:avLst/>
          </a:prstGeom>
        </p:spPr>
      </p:pic>
      <p:pic>
        <p:nvPicPr>
          <p:cNvPr id="171" name="Picture 170">
            <a:extLst>
              <a:ext uri="{FF2B5EF4-FFF2-40B4-BE49-F238E27FC236}">
                <a16:creationId xmlns:a16="http://schemas.microsoft.com/office/drawing/2014/main" id="{A89B0BAC-31AB-E7F6-23A3-C095CCC4F5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4898" y="248780"/>
            <a:ext cx="4572000" cy="18288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B1F4599-297B-7CB3-69B6-A8992C2779F0}"/>
              </a:ext>
            </a:extLst>
          </p:cNvPr>
          <p:cNvSpPr txBox="1"/>
          <p:nvPr/>
        </p:nvSpPr>
        <p:spPr>
          <a:xfrm>
            <a:off x="2447317" y="255836"/>
            <a:ext cx="27516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F690B2-8374-773A-8CFD-5657C9AE2E6B}"/>
              </a:ext>
            </a:extLst>
          </p:cNvPr>
          <p:cNvSpPr txBox="1"/>
          <p:nvPr/>
        </p:nvSpPr>
        <p:spPr>
          <a:xfrm>
            <a:off x="118493" y="256079"/>
            <a:ext cx="27516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3F85AB-9A6A-419D-EBF9-2E3BC9B8EE92}"/>
              </a:ext>
            </a:extLst>
          </p:cNvPr>
          <p:cNvSpPr txBox="1"/>
          <p:nvPr/>
        </p:nvSpPr>
        <p:spPr>
          <a:xfrm>
            <a:off x="118493" y="3813846"/>
            <a:ext cx="27516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147CAFD7-01F0-5EB5-8667-3313AB4B9DAA}"/>
                  </a:ext>
                </a:extLst>
              </p14:cNvPr>
              <p14:cNvContentPartPr/>
              <p14:nvPr/>
            </p14:nvContentPartPr>
            <p14:xfrm>
              <a:off x="-5071596" y="26313"/>
              <a:ext cx="360" cy="3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147CAFD7-01F0-5EB5-8667-3313AB4B9DA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5077716" y="20193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5C732FD3-AD20-5265-667B-6835A0585BB1}"/>
              </a:ext>
            </a:extLst>
          </p:cNvPr>
          <p:cNvSpPr txBox="1"/>
          <p:nvPr/>
        </p:nvSpPr>
        <p:spPr>
          <a:xfrm>
            <a:off x="118493" y="7588813"/>
            <a:ext cx="27516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pic>
        <p:nvPicPr>
          <p:cNvPr id="159" name="Picture 158">
            <a:extLst>
              <a:ext uri="{FF2B5EF4-FFF2-40B4-BE49-F238E27FC236}">
                <a16:creationId xmlns:a16="http://schemas.microsoft.com/office/drawing/2014/main" id="{4421EA5E-3F7E-36E5-F920-1F1139E8B1C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2485" t="10563" r="9181" b="5211"/>
          <a:stretch>
            <a:fillRect/>
          </a:stretch>
        </p:blipFill>
        <p:spPr>
          <a:xfrm>
            <a:off x="229127" y="523972"/>
            <a:ext cx="2069261" cy="3123411"/>
          </a:xfrm>
          <a:prstGeom prst="rect">
            <a:avLst/>
          </a:prstGeom>
        </p:spPr>
      </p:pic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42FCB95-9580-C5BD-04D1-8C2AEDDFF1F5}"/>
              </a:ext>
            </a:extLst>
          </p:cNvPr>
          <p:cNvGrpSpPr/>
          <p:nvPr/>
        </p:nvGrpSpPr>
        <p:grpSpPr>
          <a:xfrm>
            <a:off x="4977598" y="6236687"/>
            <a:ext cx="759132" cy="736937"/>
            <a:chOff x="411806" y="4228887"/>
            <a:chExt cx="759132" cy="736937"/>
          </a:xfrm>
        </p:grpSpPr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BE49DBD9-2FF3-47E7-A4D9-A164DC87D2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297" y="4421003"/>
              <a:ext cx="0" cy="40275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47FDC088-E8F8-9877-E076-A6F336073424}"/>
                </a:ext>
              </a:extLst>
            </p:cNvPr>
            <p:cNvCxnSpPr>
              <a:cxnSpLocks/>
            </p:cNvCxnSpPr>
            <p:nvPr/>
          </p:nvCxnSpPr>
          <p:spPr>
            <a:xfrm>
              <a:off x="574852" y="4772956"/>
              <a:ext cx="392179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1AED9F36-C3EB-FC22-1B4A-9E336DC70735}"/>
                </a:ext>
              </a:extLst>
            </p:cNvPr>
            <p:cNvSpPr txBox="1"/>
            <p:nvPr/>
          </p:nvSpPr>
          <p:spPr>
            <a:xfrm>
              <a:off x="641973" y="4750380"/>
              <a:ext cx="5289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518D3E21-1F2A-E8C1-130B-A0F8EAB5BACB}"/>
                </a:ext>
              </a:extLst>
            </p:cNvPr>
            <p:cNvSpPr txBox="1"/>
            <p:nvPr/>
          </p:nvSpPr>
          <p:spPr>
            <a:xfrm rot="16200000">
              <a:off x="255045" y="4385648"/>
              <a:ext cx="5289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</p:grpSp>
      <p:pic>
        <p:nvPicPr>
          <p:cNvPr id="198" name="Picture 197">
            <a:extLst>
              <a:ext uri="{FF2B5EF4-FFF2-40B4-BE49-F238E27FC236}">
                <a16:creationId xmlns:a16="http://schemas.microsoft.com/office/drawing/2014/main" id="{E6669BE3-25EE-284C-F87B-EC809AE80D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98328" y="6196401"/>
            <a:ext cx="1828800" cy="1371600"/>
          </a:xfrm>
          <a:prstGeom prst="rect">
            <a:avLst/>
          </a:prstGeom>
        </p:spPr>
      </p:pic>
      <p:sp>
        <p:nvSpPr>
          <p:cNvPr id="224" name="TextBox 223">
            <a:extLst>
              <a:ext uri="{FF2B5EF4-FFF2-40B4-BE49-F238E27FC236}">
                <a16:creationId xmlns:a16="http://schemas.microsoft.com/office/drawing/2014/main" id="{9B29F3B2-8E96-3999-79B6-DCCA743E0C09}"/>
              </a:ext>
            </a:extLst>
          </p:cNvPr>
          <p:cNvSpPr txBox="1"/>
          <p:nvPr/>
        </p:nvSpPr>
        <p:spPr>
          <a:xfrm>
            <a:off x="6104611" y="4766385"/>
            <a:ext cx="9995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PD53943o_ lo0104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EE06D797-5DCE-8F56-CF99-55964B08F881}"/>
              </a:ext>
            </a:extLst>
          </p:cNvPr>
          <p:cNvSpPr txBox="1"/>
          <p:nvPr/>
        </p:nvSpPr>
        <p:spPr>
          <a:xfrm>
            <a:off x="4743274" y="4672838"/>
            <a:ext cx="91189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PD53943o_lo0090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D919AD52-09A4-FE8C-949F-7A3333E9A8FB}"/>
              </a:ext>
            </a:extLst>
          </p:cNvPr>
          <p:cNvSpPr txBox="1"/>
          <p:nvPr/>
        </p:nvSpPr>
        <p:spPr>
          <a:xfrm>
            <a:off x="4919327" y="5544082"/>
            <a:ext cx="93336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PD53943o_lo0229</a:t>
            </a:r>
          </a:p>
        </p:txBody>
      </p: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DBDE96D2-A0C6-0EB7-4373-527D63E8911A}"/>
              </a:ext>
            </a:extLst>
          </p:cNvPr>
          <p:cNvCxnSpPr>
            <a:cxnSpLocks/>
          </p:cNvCxnSpPr>
          <p:nvPr/>
        </p:nvCxnSpPr>
        <p:spPr>
          <a:xfrm flipH="1" flipV="1">
            <a:off x="5376581" y="4819462"/>
            <a:ext cx="57143" cy="36715"/>
          </a:xfrm>
          <a:prstGeom prst="line">
            <a:avLst/>
          </a:prstGeom>
          <a:ln w="63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B648B0B8-22A5-16E2-A16A-951F2ACA33E4}"/>
              </a:ext>
            </a:extLst>
          </p:cNvPr>
          <p:cNvCxnSpPr>
            <a:cxnSpLocks/>
          </p:cNvCxnSpPr>
          <p:nvPr/>
        </p:nvCxnSpPr>
        <p:spPr>
          <a:xfrm flipH="1">
            <a:off x="6025060" y="4895987"/>
            <a:ext cx="141172" cy="113960"/>
          </a:xfrm>
          <a:prstGeom prst="line">
            <a:avLst/>
          </a:prstGeom>
          <a:ln w="63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F58F374B-C10C-27BB-67FC-97E2BB960700}"/>
              </a:ext>
            </a:extLst>
          </p:cNvPr>
          <p:cNvCxnSpPr>
            <a:cxnSpLocks/>
          </p:cNvCxnSpPr>
          <p:nvPr/>
        </p:nvCxnSpPr>
        <p:spPr>
          <a:xfrm>
            <a:off x="5642729" y="5676582"/>
            <a:ext cx="156000" cy="105747"/>
          </a:xfrm>
          <a:prstGeom prst="line">
            <a:avLst/>
          </a:prstGeom>
          <a:ln w="63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6384DBC-FA3D-FEEB-F1D7-5F44C71F232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941" t="6636" r="12495" b="4178"/>
          <a:stretch>
            <a:fillRect/>
          </a:stretch>
        </p:blipFill>
        <p:spPr>
          <a:xfrm>
            <a:off x="145999" y="7865812"/>
            <a:ext cx="4365145" cy="244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56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92CCE-C312-929F-7EF2-F31D55F5F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EF2E2B1E-11F3-A6A7-1410-F64412085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29" y="302476"/>
            <a:ext cx="2997200" cy="26416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98AAC45-5E7B-F380-80AC-E8A23C985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29" y="3059906"/>
            <a:ext cx="6400800" cy="2286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6F1505A-A3B8-743B-C503-C4C17FCD4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48" y="5518886"/>
            <a:ext cx="4572000" cy="18288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60D23E0-37D1-CD47-3EA3-4B6D63DF9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450" y="7576286"/>
            <a:ext cx="4572000" cy="22860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2241F913-B256-EEE2-2190-777865408F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0088" y="7689830"/>
            <a:ext cx="22860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628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66F95-84F9-9242-B728-2F660EAA4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D85FC6-1C9B-C3DD-5898-6917E2435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69" y="5502707"/>
            <a:ext cx="7315200" cy="45720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9E2095E6-D17E-536E-2C4D-A5794655D5AE}"/>
              </a:ext>
            </a:extLst>
          </p:cNvPr>
          <p:cNvGrpSpPr/>
          <p:nvPr/>
        </p:nvGrpSpPr>
        <p:grpSpPr>
          <a:xfrm>
            <a:off x="385224" y="9337770"/>
            <a:ext cx="759132" cy="736937"/>
            <a:chOff x="411806" y="4228887"/>
            <a:chExt cx="759132" cy="736937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4F3B3F1-6829-3EC3-A89D-EDF8B0C4A7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297" y="4421003"/>
              <a:ext cx="0" cy="40275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A6CFD50-FD92-1F6D-C3AF-761B8ADDFE83}"/>
                </a:ext>
              </a:extLst>
            </p:cNvPr>
            <p:cNvCxnSpPr>
              <a:cxnSpLocks/>
            </p:cNvCxnSpPr>
            <p:nvPr/>
          </p:nvCxnSpPr>
          <p:spPr>
            <a:xfrm>
              <a:off x="574852" y="4772956"/>
              <a:ext cx="392179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DB519CB-51FF-5260-2891-D394B8CDE3BD}"/>
                </a:ext>
              </a:extLst>
            </p:cNvPr>
            <p:cNvSpPr txBox="1"/>
            <p:nvPr/>
          </p:nvSpPr>
          <p:spPr>
            <a:xfrm>
              <a:off x="641973" y="4750380"/>
              <a:ext cx="5289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8C710F6-5713-6502-D1C0-7ED5F5828FF9}"/>
                </a:ext>
              </a:extLst>
            </p:cNvPr>
            <p:cNvSpPr txBox="1"/>
            <p:nvPr/>
          </p:nvSpPr>
          <p:spPr>
            <a:xfrm rot="16200000">
              <a:off x="255045" y="4385648"/>
              <a:ext cx="5289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37CE8F0-0EA8-8688-F0E4-C53E71120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469" y="464474"/>
            <a:ext cx="7315200" cy="45720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F5E6FF8-F481-F426-278A-A1DF311A39BD}"/>
              </a:ext>
            </a:extLst>
          </p:cNvPr>
          <p:cNvGrpSpPr/>
          <p:nvPr/>
        </p:nvGrpSpPr>
        <p:grpSpPr>
          <a:xfrm>
            <a:off x="411806" y="4407259"/>
            <a:ext cx="759132" cy="736937"/>
            <a:chOff x="411806" y="4228887"/>
            <a:chExt cx="759132" cy="736937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F630627-9400-C7A2-F491-1E952EAA03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297" y="4421003"/>
              <a:ext cx="0" cy="40275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FE2C24B-553F-E6CC-65EA-1173F72CF360}"/>
                </a:ext>
              </a:extLst>
            </p:cNvPr>
            <p:cNvCxnSpPr>
              <a:cxnSpLocks/>
            </p:cNvCxnSpPr>
            <p:nvPr/>
          </p:nvCxnSpPr>
          <p:spPr>
            <a:xfrm>
              <a:off x="574852" y="4772956"/>
              <a:ext cx="392179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39253B-0883-2768-3C1F-0380B841F5D9}"/>
                </a:ext>
              </a:extLst>
            </p:cNvPr>
            <p:cNvSpPr txBox="1"/>
            <p:nvPr/>
          </p:nvSpPr>
          <p:spPr>
            <a:xfrm>
              <a:off x="641973" y="4750380"/>
              <a:ext cx="5289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DCD2CF-79AD-E63C-F3F8-5530101C1B90}"/>
                </a:ext>
              </a:extLst>
            </p:cNvPr>
            <p:cNvSpPr txBox="1"/>
            <p:nvPr/>
          </p:nvSpPr>
          <p:spPr>
            <a:xfrm rot="16200000">
              <a:off x="255045" y="4385648"/>
              <a:ext cx="5289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8CC297E2-5E19-4781-564F-D1D910013F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449" b="44444"/>
          <a:stretch>
            <a:fillRect/>
          </a:stretch>
        </p:blipFill>
        <p:spPr>
          <a:xfrm>
            <a:off x="5253243" y="5040538"/>
            <a:ext cx="1828800" cy="62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90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5CC85-CFD0-8998-0D50-E2F6739CD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CB83FB-2E43-CE89-8655-F6CAC3A75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105" y="4752263"/>
            <a:ext cx="3200400" cy="2286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ED8B4B6-26AD-A1FB-BD38-A6F3BC9D8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11" y="7372687"/>
            <a:ext cx="3200400" cy="27432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E080EDB-170A-CC00-72A7-0D5D23B54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11" y="686913"/>
            <a:ext cx="7315200" cy="1219200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C2348128-349A-A2CE-2183-058B99647DCC}"/>
              </a:ext>
            </a:extLst>
          </p:cNvPr>
          <p:cNvGrpSpPr/>
          <p:nvPr/>
        </p:nvGrpSpPr>
        <p:grpSpPr>
          <a:xfrm>
            <a:off x="134480" y="1501272"/>
            <a:ext cx="686644" cy="664452"/>
            <a:chOff x="1702279" y="4321008"/>
            <a:chExt cx="686644" cy="66445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8DDA0DD-2720-F43C-56AA-833DD215FE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99466" y="4440639"/>
              <a:ext cx="0" cy="40275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4ECC534-68DB-4F27-2F66-198A6330257C}"/>
                </a:ext>
              </a:extLst>
            </p:cNvPr>
            <p:cNvCxnSpPr>
              <a:cxnSpLocks/>
            </p:cNvCxnSpPr>
            <p:nvPr/>
          </p:nvCxnSpPr>
          <p:spPr>
            <a:xfrm>
              <a:off x="1843021" y="4792592"/>
              <a:ext cx="392179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F9CC27E-8CA5-FCCB-D336-C38935C8E029}"/>
                </a:ext>
              </a:extLst>
            </p:cNvPr>
            <p:cNvSpPr txBox="1"/>
            <p:nvPr/>
          </p:nvSpPr>
          <p:spPr>
            <a:xfrm>
              <a:off x="1859958" y="4770016"/>
              <a:ext cx="5289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PC1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DFCD11E-F81D-0E7B-7DD1-B5F7082F633C}"/>
                </a:ext>
              </a:extLst>
            </p:cNvPr>
            <p:cNvSpPr txBox="1"/>
            <p:nvPr/>
          </p:nvSpPr>
          <p:spPr>
            <a:xfrm rot="16200000">
              <a:off x="1545518" y="4477769"/>
              <a:ext cx="5289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PC2</a:t>
              </a:r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9F1CE87B-D99A-7BA0-D0E4-1B0E2F1CAD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" y="2494183"/>
            <a:ext cx="7315200" cy="1828800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2F11B15-4182-1FA0-394B-49F799664A0A}"/>
              </a:ext>
            </a:extLst>
          </p:cNvPr>
          <p:cNvCxnSpPr>
            <a:cxnSpLocks/>
          </p:cNvCxnSpPr>
          <p:nvPr/>
        </p:nvCxnSpPr>
        <p:spPr>
          <a:xfrm flipV="1">
            <a:off x="4875345" y="2783642"/>
            <a:ext cx="0" cy="1062681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37096B3A-C241-81FF-BA72-31F5AEFA59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32" y="4752263"/>
            <a:ext cx="2057400" cy="2057400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05C46553-1589-02CE-1814-A07DA3706FD6}"/>
              </a:ext>
            </a:extLst>
          </p:cNvPr>
          <p:cNvGrpSpPr/>
          <p:nvPr/>
        </p:nvGrpSpPr>
        <p:grpSpPr>
          <a:xfrm>
            <a:off x="134480" y="6252933"/>
            <a:ext cx="686644" cy="664452"/>
            <a:chOff x="1702279" y="4321008"/>
            <a:chExt cx="686644" cy="664452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81A0D994-13B1-46B7-AD68-49789ECC0F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99466" y="4440639"/>
              <a:ext cx="0" cy="40275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06CB071B-439F-3D88-BAB1-C1ED8FC195E0}"/>
                </a:ext>
              </a:extLst>
            </p:cNvPr>
            <p:cNvCxnSpPr>
              <a:cxnSpLocks/>
            </p:cNvCxnSpPr>
            <p:nvPr/>
          </p:nvCxnSpPr>
          <p:spPr>
            <a:xfrm>
              <a:off x="1843021" y="4792592"/>
              <a:ext cx="392179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AE27032-470F-57C3-6F91-12D61166D130}"/>
                </a:ext>
              </a:extLst>
            </p:cNvPr>
            <p:cNvSpPr txBox="1"/>
            <p:nvPr/>
          </p:nvSpPr>
          <p:spPr>
            <a:xfrm>
              <a:off x="1859958" y="4770016"/>
              <a:ext cx="5289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PC1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FD1A03B-991A-52D2-BCBF-29006B0BD7CA}"/>
                </a:ext>
              </a:extLst>
            </p:cNvPr>
            <p:cNvSpPr txBox="1"/>
            <p:nvPr/>
          </p:nvSpPr>
          <p:spPr>
            <a:xfrm rot="16200000">
              <a:off x="1545518" y="4477769"/>
              <a:ext cx="5289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PC2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4384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6125</TotalTime>
  <Words>24</Words>
  <Application>Microsoft Macintosh PowerPoint</Application>
  <PresentationFormat>Custom</PresentationFormat>
  <Paragraphs>18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Cossa</dc:creator>
  <cp:lastModifiedBy>Andrea Cossa</cp:lastModifiedBy>
  <cp:revision>196</cp:revision>
  <cp:lastPrinted>2026-01-30T18:54:18Z</cp:lastPrinted>
  <dcterms:created xsi:type="dcterms:W3CDTF">2026-01-26T09:32:34Z</dcterms:created>
  <dcterms:modified xsi:type="dcterms:W3CDTF">2026-01-31T13:22:00Z</dcterms:modified>
</cp:coreProperties>
</file>